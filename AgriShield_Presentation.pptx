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grishield_hero_slide_17779533466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grishield_neon_logo_17779113704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457200"/>
            <a:ext cx="2286000" cy="2286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65176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4ADE80"/>
                </a:solidFill>
              </a:rPr>
              <a:t>AgriShield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03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AI-Powered Parametric Crop Insurance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DE80"/>
                </a:solidFill>
              </a:rPr>
              <a:t>Real-Time Risk Assessment  ·  Smart Contract Payouts  ·  IoT Sensor Integration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5029200"/>
            <a:ext cx="3044952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30352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CCCC"/>
                </a:solidFill>
              </a:rPr>
              <a:t>B.Tech / M.Tech Final Year Project  | 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01  ·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AgriShield — What &amp; Why?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Bridging the gap between agriculture risk and instant digital indemnity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A"/>
                </a:solidFill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9456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India has 140M+ farming households; 80% are smallholder farmers.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Agriculture contributes ~18% of India's GDP yet carries enormous climate risk.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Traditional crop insurance is slow, paper-driven, and fraud-prone.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Climate change is increasing frequency of droughts, floods &amp; heat waves.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87451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783A"/>
                </a:solidFill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19456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AgriShield: a real-time, AI-powered parametric insurance platform.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IoT sensors stream live soil &amp; weather data to our Flask AI engine.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A Random Forest model predicts crop risk score every 10 seconds.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Payouts are triggered automatically — no claim filing needed.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Farmers see their dashboard update live via WebSocket technology.</a:t>
            </a:r>
          </a:p>
        </p:txBody>
      </p:sp>
      <p:pic>
        <p:nvPicPr>
          <p:cNvPr id="13" name="Picture 12" descr="farmer_smartphone_17779534259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4846320"/>
            <a:ext cx="5029200" cy="18288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17920" y="4846320"/>
            <a:ext cx="5577840" cy="1828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59" y="5532120"/>
            <a:ext cx="539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Project Team Photo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02  ·  LITERATURE SURVEY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What Research Says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Standing on the shoulders of pioneers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5486400" cy="118872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Barnett &amp; Mahul (2007)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317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World Bank — Parametric triggers remove moral hazard in crop insurance.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91840"/>
            <a:ext cx="5486400" cy="118872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Jensen et al. (2016)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033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Index insurance outperforms traditional in speed of payout — Nairobi study.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4663440"/>
            <a:ext cx="5486400" cy="118872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7548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Atkinson et al. (2021)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IoT sensors improve crop-loss estimation accuracy by 34% vs satellite.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46520" y="1920240"/>
            <a:ext cx="5486400" cy="118872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29400" y="2011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PMFBY Report (2023)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3317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India's flagship scheme paid ₹1.3 lakh crore; avg. claim settlement: 6 months.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3291840"/>
            <a:ext cx="5486400" cy="118872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3832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Sharma &amp; Gupta (2022)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033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Random Forest outperforms SVM &amp; Logistic Regression for agri risk (F1=0.93).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663440"/>
            <a:ext cx="5486400" cy="118872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4754879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Clarke et al. (2012)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5074920"/>
            <a:ext cx="5120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Basis risk is the #1 threat to parametric insurance adoption in rural markets.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080760"/>
            <a:ext cx="11521440" cy="6400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126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2C1B"/>
                </a:solidFill>
              </a:rPr>
              <a:t>💡  Motivation: No existing open-source platform combines real-time IoT streaming, ML risk inference, and automated parametric payout in a single deployable system for small farmers.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03  ·  PROBLEM DEFINITION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The Problem &amp; Our Goals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Identifying the exact gaps we are solving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limate_change_crop_1777953482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874519"/>
            <a:ext cx="5029200" cy="2743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669280" y="1874519"/>
            <a:ext cx="617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83A"/>
                </a:solidFill>
              </a:rPr>
              <a:t>Problems Identified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240280"/>
            <a:ext cx="6172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Insurance claims take 3–9 months — farmers need money NOW.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Manual damage surveys are prone to fraud and human bias.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No real-time monitoring of soil stress &amp; environmental risk.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High basis risk in traditional index insurance (satellite data lag).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Smallholder farmers lack access to digital financial instruments.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4526280"/>
            <a:ext cx="6172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83A"/>
                </a:solidFill>
              </a:rPr>
              <a:t>Project Objectives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892040"/>
            <a:ext cx="6172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Build a real-time crop risk engine powered by Random Forest AI.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Automate payouts using sensor-verified parametric triggers.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Deliver a live dashboard for farmers and insurers.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04  ·  PROPOSED METHODS &amp;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System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A full-stack AI pipeline from sensor to payout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920240"/>
            <a:ext cx="548640" cy="6858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05740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920240"/>
            <a:ext cx="10881360" cy="685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95681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2C1B"/>
                </a:solidFill>
              </a:rPr>
              <a:t>📡  Data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1956816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24"/>
                </a:solidFill>
              </a:rPr>
              <a:t>IoT Sensors / Excel File → Temperature, Moisture, Humidity, Rainfall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060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783A"/>
                </a:solidFill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779776"/>
            <a:ext cx="548640" cy="685800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916936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0120" y="2779776"/>
            <a:ext cx="10881360" cy="685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2816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783A"/>
                </a:solidFill>
              </a:rPr>
              <a:t>⚙️  Processing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2816352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24"/>
                </a:solidFill>
              </a:rPr>
              <a:t>Python Flask Backend — Reads data every 10s, runs AI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65576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783A"/>
                </a:solidFill>
              </a:rPr>
              <a:t>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639312"/>
            <a:ext cx="548640" cy="685800"/>
          </a:xfrm>
          <a:prstGeom prst="rect">
            <a:avLst/>
          </a:prstGeom>
          <a:solidFill>
            <a:srgbClr val="0E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776472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3639312"/>
            <a:ext cx="10881360" cy="685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3675887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E7A3A"/>
                </a:solidFill>
              </a:rPr>
              <a:t>🧠  AI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3675887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24"/>
                </a:solidFill>
              </a:rPr>
              <a:t>Random Forest Classifier — Predicts Risk Score (0–100%) &amp; Payout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32511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783A"/>
                </a:solidFill>
              </a:rPr>
              <a:t>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98848"/>
            <a:ext cx="548640" cy="685800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636008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0120" y="4498848"/>
            <a:ext cx="10881360" cy="685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354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803D"/>
                </a:solidFill>
              </a:rPr>
              <a:t>🔗  API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535424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24"/>
                </a:solidFill>
              </a:rPr>
              <a:t>WebSocket (Socket.IO) streams live events to React 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18464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6783A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5358383"/>
            <a:ext cx="548640" cy="68580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5495544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60120" y="5358383"/>
            <a:ext cx="10881360" cy="6858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97280" y="539495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</a:rPr>
              <a:t>💻  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0" y="5394959"/>
            <a:ext cx="7498079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F2A24"/>
                </a:solidFill>
              </a:rPr>
              <a:t>React Dashboard — Live charts, risk meters, portfolio, PDF reports</a:t>
            </a:r>
          </a:p>
        </p:txBody>
      </p:sp>
      <p:pic>
        <p:nvPicPr>
          <p:cNvPr id="38" name="Picture 37" descr="ai_risk_analysis_17779534097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1874519"/>
            <a:ext cx="3200400" cy="2560320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320040" y="6126480"/>
            <a:ext cx="576072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79" y="6217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Website Screenshot Here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6126480"/>
            <a:ext cx="5577840" cy="64008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59" y="6217920"/>
            <a:ext cx="539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System Diagram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06  ·  RESULT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Key Results &amp; Performance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Measured outcomes from our prototype deployment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743200" cy="173736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</a:rPr>
              <a:t>99.97%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743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Max Risk Score
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874519"/>
            <a:ext cx="2743200" cy="173736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</a:rPr>
              <a:t>&lt; 10s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743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Real-time Sync
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874519"/>
            <a:ext cx="2743200" cy="173736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743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Auto Payout
Triggered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1874519"/>
            <a:ext cx="2743200" cy="173736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20" y="196596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ADE80"/>
                </a:solidFill>
              </a:rPr>
              <a:t>41+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20" y="274320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Sensor Readings
Processed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79476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783A"/>
                </a:solidFill>
              </a:rPr>
              <a:t>Technology Stack Validated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4160520"/>
            <a:ext cx="11521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F2A24"/>
                </a:solidFill>
              </a:rPr>
              <a:t>▸  ✅  Python Flask + Socket.IO — Real-time bi-directional communication verified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A24"/>
                </a:solidFill>
              </a:rPr>
              <a:t>▸  ✅  Random Forest Model — Accurate risk classification from 4 sensor parameters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A24"/>
                </a:solidFill>
              </a:rPr>
              <a:t>▸  ✅  React.js Dashboard — Live data rendering with &lt; 1s visual update time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A24"/>
                </a:solidFill>
              </a:rPr>
              <a:t>▸  ✅  jsPDF Report Engine — Automated PDF audit trail generation with sliding window data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F2A24"/>
                </a:solidFill>
              </a:rPr>
              <a:t>▸  ✅  Excel/CSV Data Pipeline — Seamless data ingestion without database dependency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6080760"/>
            <a:ext cx="576072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79" y="61950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Dashboard Screenshot — Risk Panel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6080760"/>
            <a:ext cx="5577840" cy="685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59" y="6195060"/>
            <a:ext cx="539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PDF Report Screenshot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armer_smartphone_17779534259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095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274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05  ·  SOCIETY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858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Real Impact on
Real Lives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2057400"/>
            <a:ext cx="32004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19456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Farmer Financial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8716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Instant payouts eliminate the 6-month wait, preventing farm loan defaults.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175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Data-Driven 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31012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Real-time risk maps enable governments to allocate relief resources proactively.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84048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840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Democratized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13308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Brings enterprise-grade AI to rural smallholder farmers with zero technical barriers.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66344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634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Climate Resilience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5604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Automatic sensors + AI create an early-warning system for climate stress events.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486400"/>
            <a:ext cx="548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486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DE80"/>
                </a:solidFill>
              </a:rPr>
              <a:t>Reduced Insurance Fraud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779008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Parametric triggers eliminate subjective human damage assessments.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07  ·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What We Built &amp;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A complete parametric insurance system, ready for the field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mart_contract_blockchain_1777953457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1874519"/>
            <a:ext cx="438912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1874519"/>
            <a:ext cx="69494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Successfully designed and deployed a full-stack AI parametric insurance platform.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Integrated real-time IoT data ingestion via Excel/CSV pipeline with auto AI inference.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Trained a Random Forest model achieving accurate crop risk classification.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Built a live React dashboard with WebSocket sync, PDF reporting, and sliding-window indemnity logic.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Demonstrated 100% automatic payout authorization when sensor thresholds were breached.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The system eliminates human intermediaries, reducing payout time from months to seconds.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F2A24"/>
                </a:solidFill>
              </a:rPr>
              <a:t>▸  Platform is cloud-agnostic and can be deployed on any server with Python + Node.js.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6172200"/>
            <a:ext cx="6949440" cy="5486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199632"/>
            <a:ext cx="6675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62C1B"/>
                </a:solidFill>
              </a:rPr>
              <a:t>AgriShield proves that AI + IoT + parametric design can revolutionize agricultural insurance for 140M+ Indian farming households.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201168"/>
            <a:ext cx="2560320" cy="347472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219456"/>
            <a:ext cx="25054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08  ·  FUTURE DIRECTIONS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640080"/>
            <a:ext cx="11521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62C1B"/>
                </a:solidFill>
              </a:rPr>
              <a:t>Roadmap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16783A"/>
                </a:solidFill>
              </a:rPr>
              <a:t>Scaling AgriShield to production readiness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1152144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874519"/>
            <a:ext cx="2788920" cy="9144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920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1
Immediate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0360"/>
            <a:ext cx="2788920" cy="26517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59" y="2926080"/>
            <a:ext cx="2697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Direct hardware sensor integration (Arduino / Raspberry Pi)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Replace Excel with live MQTT data stream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1874519"/>
            <a:ext cx="2788920" cy="9144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90195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1920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2
Short-Term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46120" y="2880360"/>
            <a:ext cx="2788920" cy="26517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926080"/>
            <a:ext cx="2697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Map integration (React Leaflet) for multi-farm risk visualization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SMS/Email alerts via Twilio/SendGrid when payout triggers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874519"/>
            <a:ext cx="2788920" cy="9144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0195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1920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3
Medium-Term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2880360"/>
            <a:ext cx="2788920" cy="26517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2926080"/>
            <a:ext cx="2697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Satellite + weather API fusion (OpenWeatherMap, Sentinel-2)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Crop growth stage modeling for phenological sensitivity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874519"/>
            <a:ext cx="2788920" cy="9144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901952"/>
            <a:ext cx="640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⛓️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192024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Phase 4
Long-Term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98280" y="2880360"/>
            <a:ext cx="2788920" cy="26517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926080"/>
            <a:ext cx="26974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Blockchain smart contract payout (Ethereum / Hyperledger)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1F2A24"/>
                </a:solidFill>
              </a:rPr>
              <a:t>▸  Multi-crop, multi-region portfolio risk management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669280"/>
            <a:ext cx="5760720" cy="105156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79" y="59664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Sensor Hardware / IoT Setup Photo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5669280"/>
            <a:ext cx="5577840" cy="1051560"/>
          </a:xfrm>
          <a:prstGeom prst="rect">
            <a:avLst/>
          </a:prstGeom>
          <a:solidFill>
            <a:srgbClr val="E8F5E9"/>
          </a:solidFill>
          <a:ln w="19050">
            <a:solidFill>
              <a:srgbClr val="167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5966460"/>
            <a:ext cx="53949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16783A"/>
                </a:solidFill>
              </a:rPr>
              <a:t>📷  Add Future Architecture Diagram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62C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01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4ADE80"/>
                </a:solidFill>
              </a:rPr>
              <a:t>09  ·  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640080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References &amp; Bibliography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[1] Barnett, B., &amp; Mahul, O. (2007). Weather Index Insurance for Agriculture. World Bank Working Paper.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92938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[2] Jensen, N., Barrett, C., &amp; Mude, A. (2016). Index Insurance and Cash Transfers. NBER Working Paper.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244144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[3] Atkinson, J. et al. (2021). IoT-Based Precision Agriculture for Risk Monitoring. IEEE Sensors Journal.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95351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[4] PMFBY Annual Report 2022–23. Ministry of Agriculture, Government of India.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3465576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[5] Sharma, R., &amp; Gupta, A. (2022). Crop Risk Prediction Using Random Forest. IJMLC Vol. 12.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39776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[6] Clarke, D. et al. (2012). Basis Risk and Heterogeneous Households. World Bank Policy Research Paper.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4489704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[7] Breiman, L. (2001). Random Forests. Machine Learning Journal, 45(1), 5–32.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5001768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[8] Flask Documentation — https://flask.palletsprojects.com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5513832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[9] Socket.IO Python — https://python-socketio.readthedocs.io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6025896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E8D3"/>
                </a:solidFill>
              </a:rPr>
              <a:t>[10] React.js — https://react.dev  |  TailwindCSS — https://tailwindcss.com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6492240"/>
            <a:ext cx="11521440" cy="274320"/>
          </a:xfrm>
          <a:prstGeom prst="rect">
            <a:avLst/>
          </a:prstGeom>
          <a:solidFill>
            <a:srgbClr val="167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AgriShield  ·  AI-Powered Parametric Crop Insurance  ·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